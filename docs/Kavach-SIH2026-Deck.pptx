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090879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77240" y="2971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eye. A remote brain. An unbreakable filter in between.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 |  On-Device Visual Perception for Light-weight Browser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by ISRO, Space Applications Centre (SAC), Ahmedabad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 |  github.com/BhoomiAgrawal12/browser-vision-agent  |  203 automated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browser agents see everything, and send everything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needs the user's visual context (the screen) to help with real workflows.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agents (Operator, computer-use APIs) ship raw screenshots to cloud servers:</a:t>
            </a:r>
            <a:endParaRPr lang="en-US" sz="1350" dirty="0"/>
          </a:p>
          <a:p>
            <a:pPr lvl="1" marL="254000" indent="-127000">
              <a:lnSpc>
                <a:spcPct val="118000"/>
              </a:lnSpc>
              <a:buSzPct val="100000"/>
              <a:buChar char="–"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passwords, Aadhaar and PAN numbers, faces, bank balances all leave the machine</a:t>
            </a:r>
            <a:endParaRPr lang="en-US" sz="1350" dirty="0"/>
          </a:p>
          <a:p>
            <a:pPr lvl="1" marL="254000" indent="-127000">
              <a:lnSpc>
                <a:spcPct val="118000"/>
              </a:lnSpc>
              <a:buSzPct val="100000"/>
              <a:buChar char="–"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 for government, banking, healthcare and enterprise use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machines cannot host a full reasoning pipeline; the cloud brain is still needed.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 asks for the bridge: a browser-local vision agent that sanitizes everything sensitive BEFORE any network request, feeding a redaction-aware server.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weights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of visual context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detection recall + precision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of redaction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resource utilisation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latency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the marks are privacy quality. Both are measurable. We measured them.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is not a filter. It is a contract.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wire format is a specification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redacted value becomes a typed placeholder (PII:AADHAAR#1). The packet carries its own redaction legend, so the server knows exactly what kind of value is absent from every slot.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81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Unknown means sensitive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ask "is this PII?". We ask "can this region be positively explained as safe?" and mask when the answer is no. Fail closed, never open.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Nothing leaves without passing one door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function in the codebase may touch the network. The build fails if fetch appears anywhere else. Every payload is re-scanned at the door.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Every claim is measured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4988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benchmark, red team suite, latency waterfall, privacy receipts. Numbers, not vibes, and the numbers are CI gates.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eye, remote brain, one door between them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05984"/>
            <a:ext cx="11430000" cy="30689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may cross, and what never can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51403"/>
            <a:ext cx="8229600" cy="29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1554480"/>
            <a:ext cx="3063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URL never leaves: it can carry account numbers and session tokens. Only an origin class ("banking", "government") crosses.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Cookies, input values and the token-to-value vault are unrepresentable in the wire schema.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mode: the schema itself rejects any pixel payload. Zero-pixel egress is provable, not probabilistic.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first, vision for the gaps, fail closed on the rest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perce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9233" y="1188720"/>
            <a:ext cx="463993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0" y="155448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accessibility tree explain ~90% of a form page in ~15 ms.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runs on the pixels structure cannot vouch for.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region no channel explains is UNEXPLAINED and gets masked. Risk and accuracy share one insight.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REDACTION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guards, one invariant floor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6132" y="1188720"/>
            <a:ext cx="3326136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0" y="155448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pattern+checksum, semantic and visual evidence combine into a confidence score.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invariant floor redacts credentials, government IDs and faces in every mode, whatever the user picks.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 become magnitude buckets; secrets hide even their length.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WEAPON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identifiers validated by real checksums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Aadhaar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Verhoeff checksum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cards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Luhn + network prefix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Holder-type position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(IN)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rules + normalization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char + embedded 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+ label context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IFSC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rule (5th char 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 VPA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PSP handle allowlist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codes + BH series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/ DOB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 + context boosting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checksum turns a noisy pattern match into near-certainty: a random 12-digit number passes Verhoeff about 1 time in 10.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 784512369014 fails Verhoeff and stays visible; Aadhaar 9999 4105 7058 passes and is destroyed. Recall AND precision.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values are caught too: an Aadhaar spread across two spans on one line is reassembled by the cross-region scan and both spans are redacted.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checksum implementations verified against published vectors (UIDAI test UID, sample GSTIN, canonical test cards).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WIRE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Sanitized Context Packet tells the server what it cannot see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406640" cy="4892040"/>
          </a:xfrm>
          <a:prstGeom prst="rect">
            <a:avLst/>
          </a:prstGeom>
          <a:solidFill>
            <a:srgbClr val="1C1F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71323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"policy":   { "mode": "shield", "invariant_floor": true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"origin":   { "class": "government", "tls": true },        // never the hostname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"visual":   { "present": true, "sha256": "9f2c1a...",      // hash-verified at the gate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"regions_redacted": 7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"elements": 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"e2", "role": "textbox", "label": "Aadhaar Number",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{ "kind": "placeholder", "token": "PII:AADHAAR#1",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"format_valid": true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"evidence": ["structural:aria-label", "pattern:aadhaar-verhoeff"]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"e10", "role": "textbox", "label": "PIN Code",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{ "kind": "empty" }, "state": { "required": true } } 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"redaction_legend":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"PII:AADHAAR": { "shape": "a 12 digit Indian government identity number",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"recoverable_by_client": true } 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83880" y="1417320"/>
            <a:ext cx="3474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legend travels IN the packet: the server is told the redaction scheme, exactly as the PS requires.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value.kind is an enum: filled, empty, placeholder, redacted, unexplained_masked. The planner branches on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redaction carries its evidence, so any masking decision is auditable.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value, same token, so the server reasons about one entity coherently without ever seeing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answers with element IDs from a closed verb list. Never coordinates.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ITERATION,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Perceive, sanitize, gate, plan, re-ground, execute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044" y="1188720"/>
            <a:ext cx="6419191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6960" y="1645920"/>
            <a:ext cx="1920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re-grounding check verifies the element still exists, still matches, and hasn't moved before touching it. If the page changed, abort and re-perceive. Never guess.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State-changing actions always require explicit human approval, whatever the server says.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THAT CANNOT BE UNDONE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fresh-canvas rule and the self-check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red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4548" y="1188720"/>
            <a:ext cx="214626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1554480"/>
            <a:ext cx="3429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buffer starts as fill colour; source pixels are copied only into spans proven outside every dilated redaction.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in the span logic loses image. It can never leak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is encoded, a pixel-level self-check proves each redacted rectangle holds only fill and stamp colours. If it fails, nothing is sent.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are dilated ~15% of text height so antialiased fringes and descenders die too.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FLAT FILL, NOT BLUR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attack that breaks blur, live in the repo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attack-1-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1113"/>
            <a:ext cx="6949440" cy="6382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number as rendered</a:t>
            </a:r>
            <a:endParaRPr lang="en-US" sz="1250" dirty="0"/>
          </a:p>
        </p:txBody>
      </p:sp>
      <p:pic>
        <p:nvPicPr>
          <p:cNvPr id="6" name="Image 1" descr="/Users/bhoomi/workspace/SIH 2026/browser-vision-agent/tools/deck/assets/attack-2-blur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8121"/>
            <a:ext cx="6949440" cy="6382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9520" y="2761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Blurred far past human readability (sigma 14)</a:t>
            </a:r>
            <a:endParaRPr lang="en-US" sz="1250" dirty="0"/>
          </a:p>
        </p:txBody>
      </p:sp>
      <p:pic>
        <p:nvPicPr>
          <p:cNvPr id="8" name="Image 2" descr="/Users/bhoomi/workspace/SIH 2026/browser-vision-agent/tools/deck/assets/attack-3-flat-f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55129"/>
            <a:ext cx="6949440" cy="6382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89520" y="39684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Kavach actually sends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02920" y="5074920"/>
            <a:ext cx="11155680" cy="123444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Coordinate-descent recovery over the digit alphabet:  </a:t>
            </a:r>
            <a:pPr indent="0" marL="0">
              <a:buNone/>
            </a:pPr>
            <a:r>
              <a:rPr lang="en-US" sz="13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-&gt; 16/16 digits recovered (100%).  </a:t>
            </a:r>
            <a:pPr indent="0" marL="0">
              <a:buNone/>
            </a:pPr>
            <a:r>
              <a:rPr lang="en-US" sz="13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fill -&gt; constant string at chance level; every cell ranks candidates identically: zero plaintext information. </a:t>
            </a:r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Reproduce: npm run demo:deblur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VISION,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model runs inside the extension, and its provenance is a 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126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UltraFace RFB-320 face detector, MIT licence, 1.27 MB, vendored into the extension.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pinned in source; CI hashes the committed bytes against the pin on every run. Tampered weights cannot load.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Pre/post-processing (bilinear resize, CHW normalize, NMS) are pure functions with Node tests, including real inference on the actual graph.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via onnxruntime-web: WebGPU when available, WASM fallback. No network at inference time, ever.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end to end: capture -&gt; detect -&gt; PII:FACE token -&gt; pixels destroyed by the composer. Faces inside images the DOM vouched for are now caught by pixels.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ladder (right): every tier degrades gracefully; Tier 0 works with no GPU and no models at all.</a:t>
            </a:r>
            <a:endParaRPr lang="en-US" sz="1350" dirty="0"/>
          </a:p>
        </p:txBody>
      </p:sp>
      <p:pic>
        <p:nvPicPr>
          <p:cNvPr id="5" name="Image 0" descr="/Users/bhoomi/workspace/SIH 2026/browser-vision-agent/tools/deck/assets/diagram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227086"/>
            <a:ext cx="4937760" cy="122678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vs. what the server sees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2377440" cy="29260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SCREEN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72200" y="1280160"/>
            <a:ext cx="3108960" cy="292608"/>
          </a:xfrm>
          <a:prstGeom prst="rect">
            <a:avLst/>
          </a:prstGeom>
          <a:solidFill>
            <a:srgbClr val="7B2D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SERVER RECEIVES</a:t>
            </a:r>
            <a:endParaRPr lang="en-US" sz="1050" dirty="0"/>
          </a:p>
        </p:txBody>
      </p:sp>
      <p:pic>
        <p:nvPicPr>
          <p:cNvPr id="6" name="Image 0" descr="/Users/bhoomi/workspace/SIH 2026/browser-vision-agent/tools/deck/assets/proto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55958"/>
            <a:ext cx="5577840" cy="4443364"/>
          </a:xfrm>
          <a:prstGeom prst="rect">
            <a:avLst/>
          </a:prstGeom>
        </p:spPr>
      </p:pic>
      <p:pic>
        <p:nvPicPr>
          <p:cNvPr id="7" name="Image 1" descr="/Users/bhoomi/workspace/SIH 2026/browser-vision-agent/tools/deck/assets/proto-form-sanit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55958"/>
            <a:ext cx="5577840" cy="44433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fills with category stamps at real element geometry. The application reference (12 digits, fails Verhoeff) and the helpline stay readable: precision, not paranoia.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 panel: live leak meter, receipts, and the outbound payload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proto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4802" y="1051560"/>
            <a:ext cx="2347116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25880"/>
            <a:ext cx="67665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lives in the panel: perceive, sanitize, gate, plan, resolve, re-ground, execute.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the server sees" shows the exact outbound payload, including the redacted frame. Nothing else exists to show.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counters: values redacted, requests, bytes out, and raw PII egress pinned at zero.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send produces a privacy receipt: payload hash, image hash, per-class redaction counts, tripwire and vault verdicts. Exportable as JSON for audit.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the server needs but cannot see are requested from the user by field name (user_prompt). Secrets re-enter only with explicit consent.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is memory-only, wiped on origin change and tab close.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PRIVACY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one where zero pixels leave, provably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11074"/>
            <a:ext cx="11430000" cy="12300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800600"/>
            <a:ext cx="11155680" cy="1508760"/>
          </a:xfrm>
          <a:prstGeom prst="rect">
            <a:avLst/>
          </a:prstGeom>
          <a:solidFill>
            <a:srgbClr val="2E26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B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MODE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rejects any pixel payload when mode is wireframe. Not "our detector probably caught everything": a machine-checkable guarantee, verifiable in the network tab. Fastest mode, smallest payload, and the one a government deployment would mandate.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is confined, not just detected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diagram-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2425" y="1188720"/>
            <a:ext cx="126179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146304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text is quarantined as data; the planner prompt wraps it in a never-follow envelope.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fully compromised server can only name element IDs that exist in the packet, from a closed verb list, and risky actions still need a human click.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suite in CI: split PII, injection in page content, hostile server responses, smuggling via notes and history, oversized packets, lookalike negatives. 10 scenarios, all defences hold.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re-scans every packet independently: defence in depth against a broken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measured, every number a CI gate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7784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precision, Shield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761488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16352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invariant-class leaks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0056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74920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negatives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78624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 ms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33488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pipeline p50 (175 ms budget)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537192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92056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defences hold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quality (RedactBench-Web adversarial corpus, Shield tier)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5760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Checksummed IDs: Aadhaar, PAN, GSTIN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Financial: card, IFSC, bank a/c, UPI, amounts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(IN), incl. spaced-digit evasion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Visual: faces, QR, unexplained media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(obfuscated [at]/[dot]: known gap)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DOB (table-cell context: Fortress catches)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 in free text (NER tier pending)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Names, PIN code (documented gaps)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registration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 average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6035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mode: recall 94.5% (catches PIN codes and table-cell DOB) at the cost of one bounded false alarm. Adversarial negatives (en-dash lookalikes, Luhn-fail cards, spaced order ids, employee ids) must NOT be masked, and are not. Reproduce: npm run bench</a:t>
            </a:r>
            <a:endParaRPr lang="en-US" sz="950" dirty="0"/>
          </a:p>
        </p:txBody>
      </p:sp>
      <p:pic>
        <p:nvPicPr>
          <p:cNvPr id="22" name="Image 0" descr="/Users/bhoomi/workspace/SIH 2026/browser-vision-agent/tools/deck/assets/chart-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52864"/>
            <a:ext cx="5257800" cy="41981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BENCHMARK,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per class, and what the numbers protect</a:t>
            </a:r>
            <a:endParaRPr lang="en-US" sz="2600" dirty="0"/>
          </a:p>
        </p:txBody>
      </p:sp>
      <p:pic>
        <p:nvPicPr>
          <p:cNvPr id="4" name="Image 0" descr="/Users/bhoomi/workspace/SIH 2026/browser-vision-agent/tools/deck/assets/chart-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62" y="1188720"/>
            <a:ext cx="5680636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Blur-recovery attack (metric: redaction precision)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Digits recovered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 blur (sigma 14)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B2D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/ 16 (100%)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recoverable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Kavach flat fill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16 (chance)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plaintext info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294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(report section 6.3, executable)</a:t>
            </a:r>
            <a:endParaRPr lang="en-US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291840"/>
          <a:ext cx="5029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split across adjacent DOM nodes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caught, reassembled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in page 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Compromised server names foreign 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smuggled via notes / history fields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blocks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Leaky packet sent straight to server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422, never processed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700-element packet / 1000-region page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capped, bounded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Checksum-invalid lookalikes (order ids)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masked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629400" y="5715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footprint: 203 automated tests · model 1.27 MB, SHA-pinned (provenance is a test) · corpus: 18 captures, 55 annotated positives + adversarial lookalike negatives (unicode dashes, digit-spacing evasions, Hindi labels, table splits) · regenerate: npm run bench, npm run bench:latency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 is enforced by the build, not by promises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675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automated tests across schema, detectors, policy, vault, gate, fusion, perception, server, benchmark and red team.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check-egress fails the build if fetch or any network API appears outside three allowlisted transport modules.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zod schema package is imported by both client and server: the wire contract cannot drift.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provenance is a test: the vendored ONNX bytes are hashed against the pinned SHA in CI.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numbers are regression gates: recall dropping or a new leak class fails CI.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hygiene: Apache-2.0/MIT stack throughout. No AGPL weights (OmniParser's detector is AGPL: we checked, and declined).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 capable: deterministic heuristic planner needs no model; optional local Ollama/OpenAI-compatible endpoint for the model brain.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4251960" cy="4846320"/>
          </a:xfrm>
          <a:prstGeom prst="rect">
            <a:avLst/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554480"/>
            <a:ext cx="3931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kavach/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packages/core       schema | detectors | policy
                     vault | gate | fusion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packages/perception compose | tiles | vision
                     models (SHA-pinned)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apps/extension      Chrome MV3 + Firefox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apps/server         planner + re-scan + guard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bench/              RedactBench | red team
                     latency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tools/              check-egress | attack-deblur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AA2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commits | every stage tested first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evaluation metric has evidence behind it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context accuracy (25%)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DOM+vision fusion, explained-area metric, re-grounding before every 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recall + precision (20%)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on an adversarial corpus: 100% precision, 0 invariant leaks, checksum-perfect IDs, published gap 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Redaction precision (20%)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Fresh-canvas rule, pixel self-check before send, adaptive dilation, blur attack demo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resources (20%)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 MB model, dirty-region skip, tier ladder to zero-model Tier 0, single-thread WASM numbers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latency (15%)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 ms local p50 vs 175 ms budget, measured and reproducible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Standouts no other team will have: Wireframe mode (provable zero-pixel egress), the live blur-recovery attack, privacy receipts with hash proofs, checksum-validated Indian identifier pack, and a benchmark whose numbers are CI gates.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text-region detection (DBNet) through the same pinned-model path, NER tier for names and addresses, Devanagari text masking, NPU via WebNN, Tier 3 local VLM.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raw PII bytes on the wire.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can prove it.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40233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 github.com/BhoomiAgrawal12/browser-vision-agent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design report: docs/REPORT.md (61-page PDF included)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it: npm install &amp;&amp; npm test  |  node bench/demo/serve.mjs  |  npm run dev -w @kavach/server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 |  SIH 2026  |  ISRO Space Applications Centre problem statement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Kavach: On-Device Visual Perception for Light-weight Browser Agents</dc:title>
  <dc:subject>PptxGenJS Presentation</dc:subject>
  <dc:creator>Team Kavach</dc:creator>
  <cp:lastModifiedBy>Team Kavach</cp:lastModifiedBy>
  <cp:revision>1</cp:revision>
  <dcterms:created xsi:type="dcterms:W3CDTF">2026-09-28T07:03:49Z</dcterms:created>
  <dcterms:modified xsi:type="dcterms:W3CDTF">2026-09-28T07:03:49Z</dcterms:modified>
</cp:coreProperties>
</file>